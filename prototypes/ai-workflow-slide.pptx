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THE PROBLEM: Communicating campaign strategy through static slides and docs doesn't convey the experience. Stakeholders skim decks — they engage with prototypes.</a:t>
            </a:r>
          </a:p>
          <a:p>
            <a:pPr>
              <a:defRPr sz="1200">
                <a:latin typeface="Calibri"/>
              </a:defRPr>
            </a:pPr>
          </a:p>
          <a:p>
            <a:pPr>
              <a:defRPr sz="1200">
                <a:latin typeface="Calibri"/>
              </a:defRPr>
            </a:pPr>
            <a:r>
              <a:t>THE WORKFLOW: I described the Cookbook campaign concept to Claude Code in plain conversation. It structured the full strategy — messaging angles, channel mix, 13-week timeline, validation roadmap — then built the entire interactive prototype as a single HTML file.</a:t>
            </a:r>
          </a:p>
          <a:p>
            <a:pPr>
              <a:defRPr sz="1200">
                <a:latin typeface="Calibri"/>
              </a:defRPr>
            </a:pPr>
          </a:p>
          <a:p>
            <a:pPr>
              <a:defRPr sz="1200">
                <a:latin typeface="Calibri"/>
              </a:defRPr>
            </a:pPr>
            <a:r>
              <a:t>GEMINI'S ROLE: I used Gemini to generate all the visual campaign mockups — social posts, phone screens, creative concepts — using text prompts based on our brand guidelines. No designer needed at the concept stage.</a:t>
            </a:r>
          </a:p>
          <a:p>
            <a:pPr>
              <a:defRPr sz="1200">
                <a:latin typeface="Calibri"/>
              </a:defRPr>
            </a:pPr>
          </a:p>
          <a:p>
            <a:pPr>
              <a:defRPr sz="1200">
                <a:latin typeface="Calibri"/>
              </a:defRPr>
            </a:pPr>
            <a:r>
              <a:t>THE RESULT: A fully interactive, scroll-driven strategy document with animations, carousels, lightbox viewers, and a colour-coded deployment calendar. Anyone with the link can experience it — no special tools needed.</a:t>
            </a:r>
          </a:p>
          <a:p>
            <a:pPr>
              <a:defRPr sz="1200">
                <a:latin typeface="Calibri"/>
              </a:defRPr>
            </a:pPr>
          </a:p>
          <a:p>
            <a:pPr>
              <a:defRPr sz="1200">
                <a:latin typeface="Calibri"/>
              </a:defRPr>
            </a:pPr>
            <a:r>
              <a:t>WHAT THIS MEANS FOR PMM: What used to require cross-functional coordination (strategist + designer + developer) can now be prototyped by a single marketer. The cost of iteration is a conversation, not a ticket.</a:t>
            </a:r>
          </a:p>
          <a:p>
            <a:pPr>
              <a:defRPr sz="1200">
                <a:latin typeface="Calibri"/>
              </a:defRPr>
            </a:pPr>
          </a:p>
          <a:p>
            <a:pPr>
              <a:defRPr sz="1200">
                <a:latin typeface="Calibri"/>
              </a:defRPr>
            </a:pPr>
            <a:r>
              <a:t>KEY STAT: The prototype maps out ~290 content pieces across organic, paid, and ASO channels with a full validation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8A4A"/>
                </a:solidFill>
                <a:latin typeface="Calibri"/>
              </a:defRPr>
            </a:pPr>
            <a:r>
              <a:t>PRODUCT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Calibri"/>
              </a:rPr>
              <a:t>How PMM Uses </a:t>
            </a:r>
            <a:r>
              <a:rPr sz="3600" b="1">
                <a:solidFill>
                  <a:srgbClr val="1B8A4A"/>
                </a:solidFill>
                <a:latin typeface="Calibri"/>
              </a:rPr>
              <a:t>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Turning a campaign idea into an interactive, shareable prototype — using Claude Code for strategy &amp; development, and Gemini for visual asset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Kieran Enright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1323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Product Marketing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" y="2551176"/>
            <a:ext cx="36576" cy="62179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305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951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Describe the campaign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328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6B6B"/>
                </a:solidFill>
                <a:latin typeface="Calibri"/>
              </a:defRPr>
            </a:pPr>
            <a:r>
              <a:t>Plain English conversation — no formal brief, no templates. Just describe the concept, audience, and goals.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3602736"/>
            <a:ext cx="36576" cy="62179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821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467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AI structures the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844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6B6B"/>
                </a:solidFill>
                <a:latin typeface="Calibri"/>
              </a:defRPr>
            </a:pPr>
            <a:r>
              <a:t>Claude Code builds the full messaging framework, channel strategy, timeline, and validation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931920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8A4A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519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" y="4654296"/>
            <a:ext cx="36576" cy="62179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3367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982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Generate visual assets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6360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6B6B"/>
                </a:solidFill>
                <a:latin typeface="Calibri"/>
              </a:defRPr>
            </a:pPr>
            <a:r>
              <a:t>Gemini creates campaign mockups — social posts, phone screens, visual concepts — from text-based art direction.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983480"/>
            <a:ext cx="822960" cy="219456"/>
          </a:xfrm>
          <a:prstGeom prst="roundRect">
            <a:avLst>
              <a:gd name="adj" fmla="val 40000"/>
            </a:avLst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8348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285F4"/>
                </a:solidFill>
                <a:latin typeface="Calibri"/>
              </a:defRPr>
            </a:pPr>
            <a:r>
              <a:t>Gemini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03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2852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4498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Build &amp; deploy the prototype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875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6B6B"/>
                </a:solidFill>
                <a:latin typeface="Calibri"/>
              </a:defRPr>
            </a:pPr>
            <a:r>
              <a:t>Claude Code writes full interactive HTML — scroll animations, carousels, lightboxes — and ships to a live URL.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6035040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603504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8A4A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6035040"/>
            <a:ext cx="1188720" cy="219456"/>
          </a:xfrm>
          <a:prstGeom prst="roundRect">
            <a:avLst>
              <a:gd name="adj" fmla="val 4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603504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GitHub Pages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148840"/>
            <a:ext cx="530352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9944" y="2157984"/>
            <a:ext cx="5285232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83680" y="2286000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48272" y="2286000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12864" y="2286000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132320" y="2240280"/>
            <a:ext cx="4297680" cy="2194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224028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6B6B"/>
                </a:solidFill>
                <a:latin typeface="Calibri"/>
              </a:defRPr>
            </a:pPr>
            <a:r>
              <a:t>kieranenright.github.io/marketing-prototypes/cookbook-campaign-strategy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9944" y="2532888"/>
            <a:ext cx="5285232" cy="2798064"/>
          </a:xfrm>
          <a:prstGeom prst="rect">
            <a:avLst/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75520" y="2331720"/>
            <a:ext cx="2560320" cy="2560320"/>
          </a:xfrm>
          <a:prstGeom prst="ellipse">
            <a:avLst/>
          </a:prstGeom>
          <a:solidFill>
            <a:srgbClr val="229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863840" y="3246120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1F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324612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C8F065"/>
                </a:solidFill>
                <a:latin typeface="Calibri"/>
              </a:defRPr>
            </a:pPr>
            <a:r>
              <a:t>Q2 2026 CAMPAIGN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Don't just save it.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8F065"/>
                </a:solidFill>
                <a:latin typeface="Calibri"/>
              </a:defRPr>
            </a:pPr>
            <a:r>
              <a:t>Cook it.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BF9E"/>
                </a:solidFill>
                <a:latin typeface="Calibri"/>
              </a:defRPr>
            </a:pPr>
            <a:r>
              <a:t>Cookbook — Efficient Inspired Campaign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5532120"/>
            <a:ext cx="166420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6052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8A4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971032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B6B6B"/>
                </a:solidFill>
                <a:latin typeface="Calibri"/>
              </a:defRPr>
            </a:pPr>
            <a:r>
              <a:t>designers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B6B6B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74736" y="5532120"/>
            <a:ext cx="166420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74736" y="56052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8A4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4736" y="5971032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B6B6B"/>
                </a:solidFill>
                <a:latin typeface="Calibri"/>
              </a:defRPr>
            </a:pPr>
            <a:r>
              <a:t>developers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B6B6B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8672" y="5532120"/>
            <a:ext cx="166420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48672" y="56052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8A4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48672" y="5971032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B6B6B"/>
                </a:solidFill>
                <a:latin typeface="Calibri"/>
              </a:defRPr>
            </a:pPr>
            <a:r>
              <a:t>marketer +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B6B6B"/>
                </a:solidFill>
                <a:latin typeface="Calibri"/>
              </a:defRPr>
            </a:pPr>
            <a:r>
              <a:t>AI tools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9224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Brand-Wide Meeting — Q2 2026</a:t>
            </a:r>
          </a:p>
        </p:txBody>
      </p:sp>
      <p:sp>
        <p:nvSpPr>
          <p:cNvPr id="63" name="Oval 62"/>
          <p:cNvSpPr/>
          <p:nvPr/>
        </p:nvSpPr>
        <p:spPr>
          <a:xfrm>
            <a:off x="8686800" y="6547104"/>
            <a:ext cx="91440" cy="91440"/>
          </a:xfrm>
          <a:prstGeom prst="ellipse">
            <a:avLst/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33104" y="64922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65" name="Oval 64"/>
          <p:cNvSpPr/>
          <p:nvPr/>
        </p:nvSpPr>
        <p:spPr>
          <a:xfrm>
            <a:off x="9921240" y="6547104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67544" y="64922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Gemini</a:t>
            </a:r>
          </a:p>
        </p:txBody>
      </p:sp>
      <p:sp>
        <p:nvSpPr>
          <p:cNvPr id="67" name="Oval 66"/>
          <p:cNvSpPr/>
          <p:nvPr/>
        </p:nvSpPr>
        <p:spPr>
          <a:xfrm>
            <a:off x="11155680" y="6547104"/>
            <a:ext cx="91440" cy="9144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301984" y="64922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GitHub 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